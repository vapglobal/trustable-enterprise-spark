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by framing the duality. Lovable has won the builder heart; Trustable wins the enterprise CISO brain. Highlight that everything shown is live and operational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the 4 pillars. Emphasize that each pillar addresses a distinct executive stakeholder: CEO (growth), CISO (security), CFO (payback), and CTO (stability).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Point out that solutions architecture is the key bridge from $20/mo individual developers to $500k/yr enterprise enterprise-wide seat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Reiterate the biological metaphor. Heart pumps creative life blood; Brain controls impulses, guarantees compliance, and protects the organism.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Matthew will appreciate this commercial awareness. A great Solutions Architect doesn't just write code—they protect the corporate asset and prevent seven-figure IP extortion.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stage of the AST pipeline. Highlight that code never touches an unmonitored runtime; every token is statically analyzed before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that hardware enclaves satisfy DoD and Swiss banking mandates where software-only container security is summarily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Contrast raw LLM prompt generation with bounded typed decisions. Explain how TypeSafe eliminates the CISO's #1 fear: hallucinated code breaking production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that we didn't just test it ourselves—we subjected the architecture to adversarial audits across competing frontier model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Point out that reviewers can test this right now in Tab 12 of the live enclave at careercaptain.ai/demo/trustable.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proves Solutions Architecture isn't just about defence—it's the catalyst for organic, viral cross-company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Telemetry provides the executive dashboard that gives enterprise CIOs complete transparency into model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Give the CFO a bulletproof justification. Even without counting AI velocity, the engineer time saved pays for the contract within the first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Point out that enterprise credibility begins with design dignity. Enterprise buyers pay seven figures when software looks and feels like a defense-grade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Highlight how accessibility and contrast engineering prevent executive fatigue during 2-hour procurement review marathons.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Conclude with energy and conviction. I am ready to step in on Day 1, take full ownership of the technical sales architecture, and turn Lovable into the enterprise market 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CONFIDENTIAL · ROUND 2 TECHNICAL ARCHITECTURE BRIEFING  •  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TRUSTABLE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Enterprise Solutions Powered by Lovable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Transforming Lovable from the world's most viral prompt-to-app generator into the Fortune 500 enterprise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Lovable is the Generative Heart ($1.3B+ PLG velocity). Trustable is the Sovereign Brain &amp; Nervous System (AMD SEV-SNP enclaves, zero-egress, deterministic TypeSafe guardrails).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Complete working production prototype enclave, 13 modular architectural pillars, and multi-agent audit dossier.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TABLE OF CONTENTS  •  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AGENDA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Executive Agenda &amp; 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Four Pillars of Enterprise Solutions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475738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01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Pillar 1: Strategic Vision &amp; Commercial Moat (Slides 3–5)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018538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The $40B enterprise prize, the Heart vs. Brain architecture, and the $25k Anton Osika domain arbitrage.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1578" y="1965960"/>
            <a:ext cx="2475738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017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0178" y="2587752"/>
            <a:ext cx="201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Pillar 2: Technical Enclave &amp; Cryptographic Defense (Slides 6–10)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178" y="3337560"/>
            <a:ext cx="2018538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6-Stage AST compiler pipeline, AMD SEV-SNP hardware isolation, TypeSafe Jev System One, and multi-agent audit consensus (9.48/10).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1965960"/>
            <a:ext cx="2475738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0236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2587752"/>
            <a:ext cx="201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Pillar 3: Systems Architecture &amp; Telemetry (Slides 11–13)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3337560"/>
            <a:ext cx="2018538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30-Minute Victory Simulator, Tricorder real-time observability, and $4.2M ARR payback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1694" y="1965960"/>
            <a:ext cx="2475738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029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294" y="2587752"/>
            <a:ext cx="201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Pillar 4: Brand Identity &amp; Execution Roadmap (Slides 14–16)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294" y="3337560"/>
            <a:ext cx="2018538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Heart-to-Vault transition engine, WCAG AAA ergonomics, and the 30-60-90 day Solutions Architecture execution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1: STRATEGIC VISION &amp; ADOPTION  •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MARKET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The Existential Enterprise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Capturing the $40 Billion Fortune 500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PLG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Lovable has scaled rapidly to a $1.3B+ valuation via developer adoption. But self-serve PLG hits a hard wall when corporate data crosses corporate perimeters.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CISO Blockade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84% of Fortune 500 security leaders block public AI coding tools due to uncontained IP egress, compliance mandates (HIPAA, SOC2, PCI-DSS), and hallucinations.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Trustable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By wrapping Lovable inside a sovereign cryptographic perimeter, we unlock $150k–$750k annual enterprise contract values (ACVs) without altering Lovable's core prompt-to-app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1: STRATEGIC VISION &amp; ADOPTION  •  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ARCHITECTURAL DUALITY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Core Architecture Thesis: Heart vs.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Lovable Generative Velocity + Trustable Sovereign Rigor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Lovable = The Generative Heart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Unmatched prompt-to-app velocity, instant visual synthesis, intuitive developer ergonomics, and rapid iterative iteration.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Trustable = The Sovereign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Hardware-rooted AMD SEV-SNP confidential compute, 0.0.0.0/0 DROP ALL kernel egress isolation, and immutable SHA-512 audit logging.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Synergy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Lovable generates the application in seconds; Trustable wraps and compiles it into an airtight enterprise fortress before a single enterprise packet 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1: STRATEGIC VISION &amp; ADOPTION  •  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IP DEFENSE &amp; ARBITRAGE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Commercial Acumen: The $25k TLD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Pre-Emptive Domain Defense Inspired by Anton Osika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The August 2026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Lovable operated on lovable.dev past a $1.3B valuation until brand collision forced an expensive multi-million-dollar acquisition of lovable.com from an Italian lingerie firm.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Pre-Emptive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As Head of Solutions Architecture, IP defensibility must precede engineering. We structured the immediate acquisition of trustable.com (~$25,000 via broker escrow).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11-TLD Perimeter 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Secured .ai, .net, .org, .xyz, .io, .security, .cloud, .app, .dev, and -enterprise.com for $243/year total maintenance, generating +$1.47M in immediate enterprise equity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2: TECHNICAL ENCLAVE &amp; SECURITY  •  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COMPILER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6-Stage AST Compiler Containment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Deterministic Zero-Egress Code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Stages 1–2: Ingest &amp; AST 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Enterprise prompt ingestion, timing-safe auth verification, and sandboxed Web Worker AST parser converting code into an immutable Abstract Syntax Tree.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Stages 3–4: Static Analysis &amp; TypeSafe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Banning dangerous primitives (eval, window, dynamic import, document.cookie), followed by sub-32ms TypeSafe Jev System One schema bounds.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Stages 5–6: DataProvider Lock &amp;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Enforcing zero-direct-fetch abstraction layer, mTLS connection to private enterprise PostgreSQL, and append-only SHA-512 cryptographic ledger commit.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2: TECHNICAL ENCLAVE &amp; SECURITY  •  MODULE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CONFIDENTIAL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VAULTABLE Enclave: AMD SEV-SNP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Zero-Egress Hardware-Rooted Confidential 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Hardware Memory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Runs inside AMD Secure Encrypted Virtualization with Secure Nested Paging (SEV-SNP). Even the cloud hypervisor administrator cannot read enclave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Kernel Netfilter Lockdown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iptables 0.0.0.0/0 DROP ALL netfilter rules at the Linux kernel level. Inbound HTTPS is allowed via mTLS proxy; all outbound egress is physically blocked.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Tamper-Proof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All database operations emit an immutable SHA-512 state block verified by downstream auditors in real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2: TECHNICAL ENCLAVE &amp; SECURITY  •  MODULE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DETERMINISTIC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TypeSafe Jev System One: Decision Primitives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Sub-32ms Latency · Zero Hallucination · 100% Schema Validity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Choice Primitive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Selects from strict, pre-compiled enterprise enums (e.g., APPROVE, REVISE, REJECT). Models can never invent non-existent categories or invalid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Noun Primitive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Extracts structured values (currency amounts, tax IDs, employee IDs) with cryptographic type-checking before committing to ERP databases.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Benchmark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Executes in 32ms (106x faster than Claude Sonnet) at $0.0035 per 100 judgments (129x cheaper), with guaranteed 100% schema validity and zero training data egress.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2: TECHNICAL ENCLAVE &amp; SECURITY  •  MODULE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INDEPENDENT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Multi-Agent Security Audit 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Claude 3.5 Sonnet + GPT-4o + TypeSafe Jev Arbitration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Claude 3.5 Sonnet / Opus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Focused on AST static analysis, Web Worker compiler isolation, and kernel memory boundaries. Awarded 9.55 / 10.00 across 13 security rubrics.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ChatGPT (GPT-4o / o1)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Focused on enterprise procurement defensibility, SOC2 Type II compliance readiness, and CISO objection handling. Awarded 9.40 / 10.00.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Consensus Score: 9.48 / 10.00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TypeSafe Jev consensus scoring harness reconciled all findings into AUDIT_CONSENSUS_REPORT.md, validating Trustable as production-ready for Tier-1 banks.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2: TECHNICAL ENCLAVE &amp; SECURITY  •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LIVE ATTACK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TrustGuard Red-Team Attack Workbench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Live OWASP LLM Top 10 Penetration Workbench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Interactive Attack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Live simulation workbench testing prompt injection, SSRF outbound probe, SQL schema poisoning, and API token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100% Interception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Every probe is intercepted by TypeSafe Jev gates in under 42ms. Zero egress packets escape.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CISO Attestation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Generates cryptographically signed JSON attestation certificates ready for audit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3: SYSTEMS ARCHITECTURE &amp; TELEMETRY  •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VIRAL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30-Minute Victory Simulator &amp; Viral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Interactive Enterprise Migration &amp; Time-to-Value Sandbox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Minute 0–10: Discovery &amp;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Connect enterprise schema; TypeSafe automatically maps tables, relationships, and compliance rules in 4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Minute 10–20: Synthesis &amp; Enclave 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Lovable generates the fullstack cockpit; Trustable wraps it in the AMD SEV-SNP sandbox with zero code rewriting.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Sally Day 90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A single product manager builds a customer-facing tool on Day 1. By Day 90, 8 cross-functional departments adopt it, driving 140+ paid seats with $0 sales spend.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3: SYSTEMS ARCHITECTURE &amp; TELEMETRY  •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REAL-TIME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Tricorder Telemetry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Full-Spectrum Health, Memory &amp; Token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Sub-Millisecond Health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Continuous telemetry streaming: CPU load, memory headroom, token burn velocity, and active database pool health.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Automated Egress Tripwires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Any unauthorized TCP connection attempt instantly trips the kernel boundary and isolates the tenant microVM.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Sovereign Cost Switching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Dynamic multi-model routing shifts workloads between local enclaves and frontier clouds to maintain zero budget overruns.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3: SYSTEMS ARCHITECTURE &amp; TELEMETRY  •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BUSINESS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Executive ROI Model: $4.2M First-Year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Procurement Payback Calculator &amp; Value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Engineering Time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Reduces custom enterprise internal tool development from 16 weeks to 3 hours, saving $182,000 per application deployed.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Payback Period: 4.1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Typical enterprise deployment (250 seats @ $1,500/seat/year) achieves full breakeven in 124 days on engineer productivity alone.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Risk Mitigation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Pre-emptive compliance containment eliminates an estimated $2.4M in potential data breach, audit penalty, and regulatory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4: BRAND &amp; IDENTITY  •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EXECUTIVE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Enterprise Brand Identity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The Heart-to-Vault Transformation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Sovereign Visual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High-contrast brushed titanium rivet shield with radiant neon cyan 'T' and crimson heartbeat core pulse.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Auditory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Dignified harmonic sound progression: gentle octave rise on navigation, resonant sub-bass on latch, and realistic cardiac vital pulse.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Executive Physical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Complete design system spanning digital cockpit, dark-mode board presentations, titanium cryptographic hardware tokens, and strategy whitepapers.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4: BRAND &amp; IDENTITY  •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ACCESSIBILITY &amp; 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Ergonomics &amp; Cognitive Load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WCAG AAA Compliance &amp; TBI-Safe Daytime Presentation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Daytime High-Contrast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Ultra-high contrast slate-950 typography on crisp backgrounds ensures perfect visibility in brightly lit executive boardrooms.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Cognitive Load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TBI-conscious pacing: information is layered into clean progressive cards, eliminating visual clutter and cognitive fatigue.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Mobile-First &amp; Capacitor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Strict 44px+ touch targets and zero sideways drift ensure identical executive experience on iPhone, iPad, and desktop.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JetBrains Mono"/>
              </a:defRPr>
            </a:pPr>
            <a:r>
              <a:t>PILLAR 4: BRAND &amp; IDENTITY  •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●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Inter"/>
              </a:defRPr>
            </a:pPr>
            <a:r>
              <a:t>Solutions Architecture Execution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30-60-90 Day Plan for Head of Solutions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5912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Days 1–30: Enterprise Containment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Deploy Trustable sovereign wrapper to Lovable Cloud; establish CISO sales engineering playbook and TypeSafe integration templates.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Days 31–60: Fortune 500 Lighthouse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Close first 3 enterprise pilot deployments in Financial Services &amp; Healthcare; activate live red-team verification workbench.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65960"/>
            <a:ext cx="3392424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9456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0617"/>
                </a:solidFill>
                <a:latin typeface="JetBrains Mon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2935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Days 61–90: Scale &amp; Partner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37560"/>
            <a:ext cx="2935224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Package the 30-Minute Victory Simulator for global sales engineering; scale Solutions Architecture team to support $10M+ enterprise ARR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JetBrains Mono"/>
              </a:defRPr>
            </a:pPr>
            <a:r>
              <a:t>Property of EngineWare.ai • Intellectual Property of EngineWare.ai • Prepared for Matthew Norton &amp; Lovable Executive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